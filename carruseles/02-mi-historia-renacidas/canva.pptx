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 i="0">
                <a:solidFill>
                  <a:srgbClr val="FFFFFF"/>
                </a:solidFill>
                <a:latin typeface="Quicksand"/>
              </a:rPr>
              <a:t>Fui la mejor vendedora de autos</a:t>
            </a:r>
            <a:r>
              <a:rPr sz="3300" b="0" i="0">
                <a:solidFill>
                  <a:srgbClr val="FFFFFF"/>
                </a:solidFill>
                <a:latin typeface="Quicksand"/>
              </a:rPr>
              <a:t>, tuve un candy bar exitoso, formé a +100 manicuras y di workshops de fotografía en 4 países.</a:t>
            </a:r>
          </a:p>
          <a:p>
            <a:pPr algn="l">
              <a:lnSpc>
                <a:spcPct val="120000"/>
              </a:lnSpc>
              <a:spcBef>
                <a:spcPts val="3300"/>
              </a:spcBef>
            </a:pPr>
            <a:r>
              <a:rPr sz="7800" b="1" i="0">
                <a:solidFill>
                  <a:srgbClr val="FFFFFF"/>
                </a:solidFill>
                <a:latin typeface="Noto Serif Display"/>
              </a:rPr>
              <a:t>Y un día </a:t>
            </a:r>
            <a:r>
              <a:rPr sz="78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no me podía levantar de la cama.</a:t>
            </a:r>
          </a:p>
          <a:p>
            <a:pPr algn="l">
              <a:lnSpc>
                <a:spcPct val="130000"/>
              </a:lnSpc>
              <a:spcBef>
                <a:spcPts val="4200"/>
              </a:spcBef>
            </a:pPr>
            <a:r>
              <a:rPr sz="3900" b="0" i="1">
                <a:solidFill>
                  <a:srgbClr val="FFFFFF"/>
                </a:solidFill>
                <a:latin typeface="Noto Serif Display"/>
              </a:rPr>
              <a:t>Te cuento mi historia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Me fui de mi casa a los 18 para estudiar.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(O en realidad, para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escapar</a:t>
            </a:r>
            <a:r>
              <a:rPr sz="5700" b="1" i="0">
                <a:solidFill>
                  <a:srgbClr val="FFFFFF"/>
                </a:solidFill>
                <a:latin typeface="Noto Serif Display"/>
              </a:rPr>
              <a:t> de una infancia de golpes y violencia psicológica).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Mis abuelos me ayudaron al inicio, pero pronto no pudieron mantenerme.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Tuve que empezar a trabajar.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Terminé vendiendo autos en un concesionario.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Ahí aprendí a vender.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Viajaba todo el tiempo y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fui la mejor vendedora durante tres años.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Cuando nació mi hija, ir a trabajar empezó a pesarme.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Ella pasaba el día con una niñera.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Ahí decidí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emprender</a:t>
            </a:r>
            <a:r>
              <a:rPr sz="5700" b="1" i="0">
                <a:solidFill>
                  <a:srgbClr val="FFFFFF"/>
                </a:solidFill>
                <a:latin typeface="Noto Serif Display"/>
              </a:rPr>
              <a:t> por primera vez.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Empecé con tortas y fui una de las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pioneras del candy bar</a:t>
            </a:r>
            <a:r>
              <a:rPr sz="3300" b="0" i="0">
                <a:solidFill>
                  <a:srgbClr val="FFFFFF"/>
                </a:solidFill>
                <a:latin typeface="Quicksand"/>
              </a:rPr>
              <a:t> en mi ciudad.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Tenía trabajo, pero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no desconectaba nunca.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Le puse tanta energía masculina que me desgasté.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Después vinieron las uñas y el maquillaje: me apasionaban.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Me formé con grandes mentoras, destaqué y me empezaron a pedir que enseñara.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Formé a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más de 100 manicuras</a:t>
            </a:r>
            <a:r>
              <a:rPr sz="5700" b="1" i="0">
                <a:solidFill>
                  <a:srgbClr val="FFFFFF"/>
                </a:solidFill>
                <a:latin typeface="Noto Serif Display"/>
              </a:rPr>
              <a:t> y muchas maquilladoras.</a:t>
            </a:r>
          </a:p>
          <a:p>
            <a:pPr algn="l">
              <a:lnSpc>
                <a:spcPct val="130000"/>
              </a:lnSpc>
              <a:spcBef>
                <a:spcPts val="4200"/>
              </a:spcBef>
            </a:pPr>
            <a:r>
              <a:rPr sz="3900" b="0" i="1">
                <a:solidFill>
                  <a:srgbClr val="FFFFFF"/>
                </a:solidFill>
                <a:latin typeface="Noto Serif Display"/>
              </a:rPr>
              <a:t>Pero lo que vino después…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Llegó la pandemia y un curso de fotografía (para sacarle "fotos lindas" a mis maquillajes)…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terminó cambiando mi vida.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Adopté un estilo, lo compartí en redes… y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fotógrafos de todo el mundo me empezaron a pedir que les enseñara</a:t>
            </a:r>
            <a:r>
              <a:rPr sz="3300" b="0" i="0">
                <a:solidFill>
                  <a:srgbClr val="FFFFFF"/>
                </a:solidFill>
                <a:latin typeface="Quicksand"/>
              </a:rPr>
              <a:t>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Hice mi primer workshop online y después uno presencial con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+40 alumnas de todo el país.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Después: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Colombia, España, Francia</a:t>
            </a:r>
            <a:r>
              <a:rPr sz="3300" b="0" i="0">
                <a:solidFill>
                  <a:srgbClr val="FFFFFF"/>
                </a:solidFill>
                <a:latin typeface="Quicksand"/>
              </a:rPr>
              <a:t> y una ponencia en el congreso de fotografía más importante de Argentina.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La Agustina que se hacía chiquita para no hacer ruido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se encontró con un mundo gigante.</a:t>
            </a:r>
          </a:p>
          <a:p>
            <a:pPr algn="l">
              <a:lnSpc>
                <a:spcPct val="130000"/>
              </a:lnSpc>
              <a:spcBef>
                <a:spcPts val="4200"/>
              </a:spcBef>
            </a:pPr>
            <a:r>
              <a:rPr sz="3900" b="0" i="1">
                <a:solidFill>
                  <a:srgbClr val="FFFFFF"/>
                </a:solidFill>
                <a:latin typeface="Noto Serif Display"/>
              </a:rPr>
              <a:t>Pero…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Desde afuera parecía que lo tenía todo.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Pero volví de mi último workshop y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la falta de mentalidad para sostener el crecimiento me pasó factura.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Ansiedad. Depresión.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Meses sin poder levantarme de la cama.</a:t>
            </a:r>
          </a:p>
          <a:p>
            <a:pPr algn="l">
              <a:lnSpc>
                <a:spcPct val="130000"/>
              </a:lnSpc>
              <a:spcBef>
                <a:spcPts val="4200"/>
              </a:spcBef>
            </a:pPr>
            <a:r>
              <a:rPr sz="3900" b="0" i="1">
                <a:solidFill>
                  <a:srgbClr val="FFFFFF"/>
                </a:solidFill>
                <a:latin typeface="Noto Serif Display"/>
              </a:rPr>
              <a:t>Hasta que…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Ahí empecé a trabajar mi mentalidad y mi parte emocional.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Entendí que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escalar sin cuidarte no es éxito.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Y que se puede construir una marca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sin quemarte en el intento.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Hoy mi misión es</a:t>
            </a:r>
          </a:p>
          <a:p>
            <a:pPr algn="l">
              <a:lnSpc>
                <a:spcPct val="120000"/>
              </a:lnSpc>
              <a:spcBef>
                <a:spcPts val="3000"/>
              </a:spcBef>
            </a:pP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acompañar a otras mujeres a escalar sus marcas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y vivir la vida de sus sueños, acortándoles el camino con todo lo que viví en mis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múltiples renacimientos.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"/>
          <p:cNvSpPr txBox="1"/>
          <p:nvPr/>
        </p:nvSpPr>
        <p:spPr>
          <a:xfrm>
            <a:off x="990600" y="1143000"/>
            <a:ext cx="8305800" cy="1000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700" b="1" i="0">
                <a:solidFill>
                  <a:srgbClr val="FFFFFF"/>
                </a:solidFill>
                <a:latin typeface="Noto Serif Display"/>
              </a:rPr>
              <a:t>Si vos también querés escalar y </a:t>
            </a:r>
            <a:r>
              <a:rPr sz="5700" b="1" i="1">
                <a:solidFill>
                  <a:srgbClr val="FFFFFF"/>
                </a:solidFill>
                <a:latin typeface="Noto Serif Display"/>
                <a:highlight>
                  <a:srgbClr val="6E1A2E"/>
                </a:highlight>
              </a:rPr>
              <a:t>convertirte en referente en lo tuyo</a:t>
            </a:r>
            <a:r>
              <a:rPr sz="5700" b="1" i="0">
                <a:solidFill>
                  <a:srgbClr val="FFFFFF"/>
                </a:solidFill>
                <a:latin typeface="Noto Serif Display"/>
              </a:rPr>
              <a:t>, te puedo acompañar.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No solo desde lo que estudié: desde alguien que </a:t>
            </a:r>
            <a:r>
              <a:rPr sz="3300" b="1" i="0">
                <a:solidFill>
                  <a:srgbClr val="FFFFFF"/>
                </a:solidFill>
                <a:latin typeface="Quicksand"/>
              </a:rPr>
              <a:t>ya lo vivió más de una vez.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Comentá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6000" b="1" i="0">
                <a:solidFill>
                  <a:srgbClr val="6E1A2E"/>
                </a:solidFill>
                <a:latin typeface="Noto Serif Display"/>
                <a:highlight>
                  <a:srgbClr val="FFFFFF"/>
                </a:highlight>
              </a:rPr>
              <a:t> RENACIDAS </a:t>
            </a:r>
          </a:p>
          <a:p>
            <a:pPr algn="l">
              <a:lnSpc>
                <a:spcPct val="130000"/>
              </a:lnSpc>
              <a:spcBef>
                <a:spcPts val="2700"/>
              </a:spcBef>
            </a:pPr>
            <a:r>
              <a:rPr sz="3300" b="0" i="0">
                <a:solidFill>
                  <a:srgbClr val="FFFFFF"/>
                </a:solidFill>
                <a:latin typeface="Quicksand"/>
              </a:rPr>
              <a:t>y te cuento cómo.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1982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Quicksand"/>
              </a:rPr>
              <a:t>@SOYTINA.FERNANDEZ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119824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50" b="1">
                <a:solidFill>
                  <a:srgbClr val="FFFFFF"/>
                </a:solidFill>
                <a:latin typeface="Quicksand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